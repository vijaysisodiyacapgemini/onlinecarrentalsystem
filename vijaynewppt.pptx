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9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4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6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7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4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6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3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32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9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64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68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078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80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8831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00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203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8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99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152" y="1862898"/>
            <a:ext cx="9144000" cy="388751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solidFill>
                  <a:schemeClr val="accent2"/>
                </a:solidFill>
              </a:rPr>
              <a:t>Online car rental system</a:t>
            </a:r>
            <a:br>
              <a:rPr lang="en-IN" dirty="0" smtClean="0">
                <a:solidFill>
                  <a:schemeClr val="accent2"/>
                </a:solidFill>
              </a:rPr>
            </a:br>
            <a:r>
              <a:rPr lang="en-IN" dirty="0"/>
              <a:t/>
            </a:r>
            <a:br>
              <a:rPr lang="en-IN" dirty="0"/>
            </a:br>
            <a:r>
              <a:rPr lang="en-IN" sz="3200" dirty="0"/>
              <a:t> </a:t>
            </a:r>
            <a:r>
              <a:rPr lang="en-IN" sz="3200" dirty="0" smtClean="0"/>
              <a:t>presented by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>V</a:t>
            </a:r>
            <a:r>
              <a:rPr lang="en-IN" sz="3200" dirty="0" smtClean="0"/>
              <a:t>ijay  </a:t>
            </a:r>
            <a:r>
              <a:rPr lang="en-IN" sz="3200" dirty="0" err="1" smtClean="0"/>
              <a:t>Sisodiya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 smtClean="0"/>
              <a:t/>
            </a:r>
            <a:br>
              <a:rPr lang="en-IN" sz="3200" dirty="0" smtClean="0"/>
            </a:b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54119"/>
            <a:ext cx="9144000" cy="1655762"/>
          </a:xfrm>
        </p:spPr>
        <p:txBody>
          <a:bodyPr>
            <a:normAutofit fontScale="25000" lnSpcReduction="20000"/>
          </a:bodyPr>
          <a:lstStyle/>
          <a:p>
            <a:endParaRPr lang="en-IN" sz="7200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>
              <a:solidFill>
                <a:schemeClr val="accent2"/>
              </a:solidFill>
            </a:endParaRPr>
          </a:p>
          <a:p>
            <a:endParaRPr lang="en-IN" sz="7200" dirty="0" smtClean="0">
              <a:solidFill>
                <a:schemeClr val="accent2"/>
              </a:solidFill>
            </a:endParaRPr>
          </a:p>
          <a:p>
            <a:endParaRPr lang="en-IN" dirty="0" smtClean="0">
              <a:solidFill>
                <a:schemeClr val="accent2"/>
              </a:solidFill>
            </a:endParaRPr>
          </a:p>
          <a:p>
            <a:endParaRPr lang="en-IN" dirty="0">
              <a:solidFill>
                <a:schemeClr val="accent2"/>
              </a:solidFill>
            </a:endParaRPr>
          </a:p>
          <a:p>
            <a:endParaRPr lang="en-IN" sz="7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32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IN" sz="2800" dirty="0"/>
              <a:t>this is the application where a user can </a:t>
            </a:r>
            <a:r>
              <a:rPr lang="en-IN" sz="2800" dirty="0" smtClean="0"/>
              <a:t>book </a:t>
            </a:r>
            <a:r>
              <a:rPr lang="en-IN" sz="2800" dirty="0"/>
              <a:t>a car for </a:t>
            </a:r>
            <a:r>
              <a:rPr lang="en-IN" sz="2800" dirty="0" err="1" smtClean="0"/>
              <a:t>trip,marriage,office</a:t>
            </a:r>
            <a:r>
              <a:rPr lang="en-IN" sz="2800" dirty="0" smtClean="0"/>
              <a:t> </a:t>
            </a:r>
            <a:r>
              <a:rPr lang="en-IN" sz="2800" dirty="0"/>
              <a:t>to home and for </a:t>
            </a:r>
            <a:r>
              <a:rPr lang="en-IN" sz="2800" dirty="0" smtClean="0"/>
              <a:t>other </a:t>
            </a:r>
            <a:r>
              <a:rPr lang="en-IN" sz="2800" dirty="0"/>
              <a:t>work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This application will save the time of the customer.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195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9274"/>
            <a:ext cx="2127614" cy="660400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sz="2400" dirty="0" err="1" smtClean="0"/>
              <a:t>pojo</a:t>
            </a:r>
            <a:r>
              <a:rPr lang="en-IN" sz="2400" dirty="0" smtClean="0"/>
              <a:t> classes</a:t>
            </a:r>
            <a:endParaRPr lang="en-IN" sz="2400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07" y="180926"/>
            <a:ext cx="8848266" cy="6858000"/>
          </a:xfrm>
        </p:spPr>
      </p:pic>
    </p:spTree>
    <p:extLst>
      <p:ext uri="{BB962C8B-B14F-4D97-AF65-F5344CB8AC3E}">
        <p14:creationId xmlns:p14="http://schemas.microsoft.com/office/powerpoint/2010/main" val="68515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234" y="0"/>
            <a:ext cx="3577166" cy="876300"/>
          </a:xfrm>
        </p:spPr>
        <p:txBody>
          <a:bodyPr/>
          <a:lstStyle/>
          <a:p>
            <a:r>
              <a:rPr lang="en-US" dirty="0" smtClean="0"/>
              <a:t>Driver Interface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48" y="0"/>
            <a:ext cx="8049024" cy="5303520"/>
          </a:xfrm>
        </p:spPr>
      </p:pic>
    </p:spTree>
    <p:extLst>
      <p:ext uri="{BB962C8B-B14F-4D97-AF65-F5344CB8AC3E}">
        <p14:creationId xmlns:p14="http://schemas.microsoft.com/office/powerpoint/2010/main" val="345081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762" y="0"/>
            <a:ext cx="3676952" cy="783771"/>
          </a:xfrm>
        </p:spPr>
        <p:txBody>
          <a:bodyPr/>
          <a:lstStyle/>
          <a:p>
            <a:r>
              <a:rPr lang="en-US" dirty="0" smtClean="0"/>
              <a:t>DAO INTERFACE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75" y="645243"/>
            <a:ext cx="9972490" cy="5394960"/>
          </a:xfrm>
        </p:spPr>
      </p:pic>
    </p:spTree>
    <p:extLst>
      <p:ext uri="{BB962C8B-B14F-4D97-AF65-F5344CB8AC3E}">
        <p14:creationId xmlns:p14="http://schemas.microsoft.com/office/powerpoint/2010/main" val="15123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63" y="1490134"/>
            <a:ext cx="7766936" cy="1646302"/>
          </a:xfrm>
        </p:spPr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78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2811</TotalTime>
  <Words>42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 Online car rental system   presented by Vijay  Sisodiya  </vt:lpstr>
      <vt:lpstr>Problem statement</vt:lpstr>
      <vt:lpstr> pojo classes</vt:lpstr>
      <vt:lpstr>Driver Interface</vt:lpstr>
      <vt:lpstr>DAO INTERFACE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car rental system  Problem statement: </dc:title>
  <dc:creator>vs1996sisodiya@gmail.com</dc:creator>
  <cp:lastModifiedBy>SISODIYA, VIJAY</cp:lastModifiedBy>
  <cp:revision>33</cp:revision>
  <dcterms:created xsi:type="dcterms:W3CDTF">2019-03-31T11:37:54Z</dcterms:created>
  <dcterms:modified xsi:type="dcterms:W3CDTF">2019-04-03T09:55:09Z</dcterms:modified>
</cp:coreProperties>
</file>