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9" r:id="rId5"/>
    <p:sldId id="270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7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91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56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907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844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26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23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32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19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64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682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4078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480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8831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400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203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8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D23A2-D456-4C91-9FC7-9A32386729E5}" type="datetimeFigureOut">
              <a:rPr lang="en-IN" smtClean="0"/>
              <a:t>01-04-2019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B655984-AA10-45A6-854D-651D354C84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99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4152" y="1862898"/>
            <a:ext cx="9144000" cy="3887519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>
                <a:solidFill>
                  <a:schemeClr val="accent2"/>
                </a:solidFill>
              </a:rPr>
              <a:t>Online car rental system</a:t>
            </a:r>
            <a:br>
              <a:rPr lang="en-IN" dirty="0" smtClean="0">
                <a:solidFill>
                  <a:schemeClr val="accent2"/>
                </a:solidFill>
              </a:rPr>
            </a:br>
            <a:r>
              <a:rPr lang="en-IN" dirty="0"/>
              <a:t/>
            </a:r>
            <a:br>
              <a:rPr lang="en-IN" dirty="0"/>
            </a:br>
            <a:r>
              <a:rPr lang="en-IN" sz="3200" dirty="0"/>
              <a:t> </a:t>
            </a:r>
            <a:r>
              <a:rPr lang="en-IN" sz="3200" dirty="0" smtClean="0"/>
              <a:t>presented by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sz="3200" dirty="0"/>
              <a:t>V</a:t>
            </a:r>
            <a:r>
              <a:rPr lang="en-IN" sz="3200" dirty="0" smtClean="0"/>
              <a:t>ijay  </a:t>
            </a:r>
            <a:r>
              <a:rPr lang="en-IN" sz="3200" dirty="0" err="1" smtClean="0"/>
              <a:t>Sisodiya</a:t>
            </a:r>
            <a:r>
              <a:rPr lang="en-IN" sz="3200" dirty="0"/>
              <a:t/>
            </a:r>
            <a:br>
              <a:rPr lang="en-IN" sz="3200" dirty="0"/>
            </a:br>
            <a:r>
              <a:rPr lang="en-IN" sz="3200" dirty="0" smtClean="0"/>
              <a:t/>
            </a:r>
            <a:br>
              <a:rPr lang="en-IN" sz="3200" dirty="0" smtClean="0"/>
            </a:br>
            <a:endParaRPr lang="en-IN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354119"/>
            <a:ext cx="9144000" cy="1655762"/>
          </a:xfrm>
        </p:spPr>
        <p:txBody>
          <a:bodyPr>
            <a:normAutofit fontScale="25000" lnSpcReduction="20000"/>
          </a:bodyPr>
          <a:lstStyle/>
          <a:p>
            <a:endParaRPr lang="en-IN" sz="7200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 smtClean="0">
              <a:solidFill>
                <a:schemeClr val="accent2"/>
              </a:solidFill>
            </a:endParaRPr>
          </a:p>
          <a:p>
            <a:endParaRPr lang="en-IN" sz="7200" dirty="0" smtClean="0">
              <a:solidFill>
                <a:schemeClr val="accent2"/>
              </a:solidFill>
            </a:endParaRPr>
          </a:p>
          <a:p>
            <a:endParaRPr lang="en-IN" dirty="0" smtClean="0">
              <a:solidFill>
                <a:schemeClr val="accent2"/>
              </a:solidFill>
            </a:endParaRPr>
          </a:p>
          <a:p>
            <a:endParaRPr lang="en-IN" dirty="0">
              <a:solidFill>
                <a:schemeClr val="accent2"/>
              </a:solidFill>
            </a:endParaRPr>
          </a:p>
          <a:p>
            <a:endParaRPr lang="en-IN" sz="7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 smtClean="0"/>
          </a:p>
          <a:p>
            <a:r>
              <a:rPr lang="en-IN" dirty="0" smtClean="0"/>
              <a:t>  </a:t>
            </a:r>
            <a:endParaRPr lang="en-IN" dirty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32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r>
              <a:rPr lang="en-IN" sz="2800" dirty="0"/>
              <a:t>this is the application where a user can </a:t>
            </a:r>
            <a:r>
              <a:rPr lang="en-IN" sz="2800" dirty="0" smtClean="0"/>
              <a:t>book </a:t>
            </a:r>
            <a:r>
              <a:rPr lang="en-IN" sz="2800" dirty="0"/>
              <a:t>a car for </a:t>
            </a:r>
            <a:r>
              <a:rPr lang="en-IN" sz="2800" dirty="0" err="1" smtClean="0"/>
              <a:t>trip,marriage,office</a:t>
            </a:r>
            <a:r>
              <a:rPr lang="en-IN" sz="2800" dirty="0" smtClean="0"/>
              <a:t> </a:t>
            </a:r>
            <a:r>
              <a:rPr lang="en-IN" sz="2800" dirty="0"/>
              <a:t>to home and for </a:t>
            </a:r>
            <a:r>
              <a:rPr lang="en-IN" sz="2800" dirty="0" smtClean="0"/>
              <a:t>other </a:t>
            </a:r>
            <a:r>
              <a:rPr lang="en-IN" sz="2800" dirty="0"/>
              <a:t>work</a:t>
            </a:r>
            <a:r>
              <a:rPr lang="en-IN" sz="2800" dirty="0" smtClean="0"/>
              <a:t>.</a:t>
            </a:r>
          </a:p>
          <a:p>
            <a:r>
              <a:rPr lang="en-IN" sz="2800" dirty="0" smtClean="0"/>
              <a:t>This application will save the time of the customer.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7195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49274"/>
            <a:ext cx="2127614" cy="660400"/>
          </a:xfrm>
        </p:spPr>
        <p:txBody>
          <a:bodyPr/>
          <a:lstStyle/>
          <a:p>
            <a:r>
              <a:rPr lang="en-IN" dirty="0" smtClean="0"/>
              <a:t> </a:t>
            </a:r>
            <a:r>
              <a:rPr lang="en-IN" sz="2400" dirty="0" err="1" smtClean="0"/>
              <a:t>pojo</a:t>
            </a:r>
            <a:r>
              <a:rPr lang="en-IN" sz="2400" dirty="0" smtClean="0"/>
              <a:t> classes</a:t>
            </a:r>
            <a:endParaRPr lang="en-IN" sz="2400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614" y="0"/>
            <a:ext cx="7631331" cy="6583680"/>
          </a:xfrm>
        </p:spPr>
      </p:pic>
    </p:spTree>
    <p:extLst>
      <p:ext uri="{BB962C8B-B14F-4D97-AF65-F5344CB8AC3E}">
        <p14:creationId xmlns:p14="http://schemas.microsoft.com/office/powerpoint/2010/main" val="68515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234" y="0"/>
            <a:ext cx="3577166" cy="876300"/>
          </a:xfrm>
        </p:spPr>
        <p:txBody>
          <a:bodyPr/>
          <a:lstStyle/>
          <a:p>
            <a:r>
              <a:rPr lang="en-US" dirty="0" smtClean="0"/>
              <a:t>Driver Interface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18" y="634694"/>
            <a:ext cx="10937357" cy="5303520"/>
          </a:xfrm>
        </p:spPr>
      </p:pic>
    </p:spTree>
    <p:extLst>
      <p:ext uri="{BB962C8B-B14F-4D97-AF65-F5344CB8AC3E}">
        <p14:creationId xmlns:p14="http://schemas.microsoft.com/office/powerpoint/2010/main" val="3450813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762" y="0"/>
            <a:ext cx="3676952" cy="783771"/>
          </a:xfrm>
        </p:spPr>
        <p:txBody>
          <a:bodyPr/>
          <a:lstStyle/>
          <a:p>
            <a:r>
              <a:rPr lang="en-US" dirty="0" smtClean="0"/>
              <a:t>DAO INTERFACE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060" y="783771"/>
            <a:ext cx="9082063" cy="5577840"/>
          </a:xfrm>
        </p:spPr>
      </p:pic>
    </p:spTree>
    <p:extLst>
      <p:ext uri="{BB962C8B-B14F-4D97-AF65-F5344CB8AC3E}">
        <p14:creationId xmlns:p14="http://schemas.microsoft.com/office/powerpoint/2010/main" val="151239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63" y="1490134"/>
            <a:ext cx="7766936" cy="1646302"/>
          </a:xfrm>
        </p:spPr>
        <p:txBody>
          <a:bodyPr/>
          <a:lstStyle/>
          <a:p>
            <a:r>
              <a:rPr lang="en-IN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278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1596</TotalTime>
  <Words>42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Times New Roman</vt:lpstr>
      <vt:lpstr>Trebuchet MS</vt:lpstr>
      <vt:lpstr>Wingdings 3</vt:lpstr>
      <vt:lpstr>Facet</vt:lpstr>
      <vt:lpstr> Online car rental system   presented by Vijay  Sisodiya  </vt:lpstr>
      <vt:lpstr>Problem statement</vt:lpstr>
      <vt:lpstr> pojo classes</vt:lpstr>
      <vt:lpstr>Driver Interface</vt:lpstr>
      <vt:lpstr>DAO INTERFACE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car rental system  Problem statement: </dc:title>
  <dc:creator>vs1996sisodiya@gmail.com</dc:creator>
  <cp:lastModifiedBy>SISODIYA, VIJAY</cp:lastModifiedBy>
  <cp:revision>28</cp:revision>
  <dcterms:created xsi:type="dcterms:W3CDTF">2019-03-31T11:37:54Z</dcterms:created>
  <dcterms:modified xsi:type="dcterms:W3CDTF">2019-04-02T13:40:43Z</dcterms:modified>
</cp:coreProperties>
</file>